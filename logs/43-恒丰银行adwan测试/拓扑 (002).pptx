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6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30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A553-6953-4F74-8DBF-C27376E54908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A6D4D-2BBE-4ED1-AD68-6C8E37E393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2397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A553-6953-4F74-8DBF-C27376E54908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A6D4D-2BBE-4ED1-AD68-6C8E37E393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267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A553-6953-4F74-8DBF-C27376E54908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A6D4D-2BBE-4ED1-AD68-6C8E37E393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65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A553-6953-4F74-8DBF-C27376E54908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A6D4D-2BBE-4ED1-AD68-6C8E37E393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910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A553-6953-4F74-8DBF-C27376E54908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A6D4D-2BBE-4ED1-AD68-6C8E37E393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579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A553-6953-4F74-8DBF-C27376E54908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A6D4D-2BBE-4ED1-AD68-6C8E37E393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248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A553-6953-4F74-8DBF-C27376E54908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A6D4D-2BBE-4ED1-AD68-6C8E37E393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5634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A553-6953-4F74-8DBF-C27376E54908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A6D4D-2BBE-4ED1-AD68-6C8E37E393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891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A553-6953-4F74-8DBF-C27376E54908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A6D4D-2BBE-4ED1-AD68-6C8E37E393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97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A553-6953-4F74-8DBF-C27376E54908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A6D4D-2BBE-4ED1-AD68-6C8E37E393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873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A553-6953-4F74-8DBF-C27376E54908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A6D4D-2BBE-4ED1-AD68-6C8E37E393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173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9A553-6953-4F74-8DBF-C27376E54908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A6D4D-2BBE-4ED1-AD68-6C8E37E393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553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842031"/>
              </p:ext>
            </p:extLst>
          </p:nvPr>
        </p:nvGraphicFramePr>
        <p:xfrm>
          <a:off x="2781300" y="618066"/>
          <a:ext cx="7188200" cy="57012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9881">
                <a:tc>
                  <a:txBody>
                    <a:bodyPr/>
                    <a:lstStyle/>
                    <a:p>
                      <a:r>
                        <a:rPr lang="zh-CN" altLang="en-US" dirty="0"/>
                        <a:t>设备名称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管理口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253">
                <a:tc>
                  <a:txBody>
                    <a:bodyPr/>
                    <a:lstStyle/>
                    <a:p>
                      <a:r>
                        <a:rPr lang="en-US" altLang="zh-CN" dirty="0"/>
                        <a:t>PE1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55.167.81.51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881">
                <a:tc>
                  <a:txBody>
                    <a:bodyPr/>
                    <a:lstStyle/>
                    <a:p>
                      <a:r>
                        <a:rPr lang="en-US" altLang="zh-CN" dirty="0"/>
                        <a:t>PE2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55.167.81.58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881">
                <a:tc>
                  <a:txBody>
                    <a:bodyPr/>
                    <a:lstStyle/>
                    <a:p>
                      <a:r>
                        <a:rPr lang="en-US" altLang="zh-CN" dirty="0"/>
                        <a:t>P1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55.167.81.56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881">
                <a:tc>
                  <a:txBody>
                    <a:bodyPr/>
                    <a:lstStyle/>
                    <a:p>
                      <a:r>
                        <a:rPr lang="en-US" altLang="zh-CN" dirty="0"/>
                        <a:t>P2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55.167.81.57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881">
                <a:tc>
                  <a:txBody>
                    <a:bodyPr/>
                    <a:lstStyle/>
                    <a:p>
                      <a:r>
                        <a:rPr lang="en-US" altLang="zh-CN" dirty="0"/>
                        <a:t>PE3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55.167.81.54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881">
                <a:tc>
                  <a:txBody>
                    <a:bodyPr/>
                    <a:lstStyle/>
                    <a:p>
                      <a:r>
                        <a:rPr lang="en-US" altLang="zh-CN" dirty="0"/>
                        <a:t>PE4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55.167.81.55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881">
                <a:tc>
                  <a:txBody>
                    <a:bodyPr/>
                    <a:lstStyle/>
                    <a:p>
                      <a:r>
                        <a:rPr lang="en-US" altLang="zh-CN" dirty="0"/>
                        <a:t>CE1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55.167.81.52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9881">
                <a:tc>
                  <a:txBody>
                    <a:bodyPr/>
                    <a:lstStyle/>
                    <a:p>
                      <a:r>
                        <a:rPr lang="en-US" altLang="zh-CN" dirty="0"/>
                        <a:t>CE2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55.167.81.53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9881">
                <a:tc>
                  <a:txBody>
                    <a:bodyPr/>
                    <a:lstStyle/>
                    <a:p>
                      <a:r>
                        <a:rPr lang="zh-CN" altLang="en-US" dirty="0"/>
                        <a:t>测试仪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21.61.1.16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9881">
                <a:tc>
                  <a:txBody>
                    <a:bodyPr/>
                    <a:lstStyle/>
                    <a:p>
                      <a:r>
                        <a:rPr lang="zh-CN" altLang="en-US" dirty="0"/>
                        <a:t>控制器集群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55.167.84.70</a:t>
                      </a:r>
                      <a:r>
                        <a:rPr lang="zh-CN" altLang="en-US" dirty="0"/>
                        <a:t>（三台服务器自身北向地址分别为</a:t>
                      </a:r>
                      <a:r>
                        <a:rPr lang="en-US" altLang="zh-CN" dirty="0"/>
                        <a:t>55.167.84.66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55.167.84.67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55.167.84.68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189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1823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>
            <a:extLst>
              <a:ext uri="{FF2B5EF4-FFF2-40B4-BE49-F238E27FC236}">
                <a16:creationId xmlns:a16="http://schemas.microsoft.com/office/drawing/2014/main" id="{5774E569-23D5-4A2D-981F-D6AD81FFDD06}"/>
              </a:ext>
            </a:extLst>
          </p:cNvPr>
          <p:cNvSpPr/>
          <p:nvPr/>
        </p:nvSpPr>
        <p:spPr>
          <a:xfrm>
            <a:off x="5424595" y="49207"/>
            <a:ext cx="1729906" cy="19941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67589" y="3646657"/>
            <a:ext cx="1282700" cy="723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CE1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658717" y="4945655"/>
            <a:ext cx="1282700" cy="723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PE2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658717" y="2347660"/>
            <a:ext cx="1282700" cy="723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PE1</a:t>
            </a:r>
            <a:endParaRPr lang="zh-CN" altLang="en-US" dirty="0"/>
          </a:p>
        </p:txBody>
      </p:sp>
      <p:cxnSp>
        <p:nvCxnSpPr>
          <p:cNvPr id="8" name="直接连接符 7"/>
          <p:cNvCxnSpPr>
            <a:stCxn id="4" idx="0"/>
            <a:endCxn id="6" idx="1"/>
          </p:cNvCxnSpPr>
          <p:nvPr/>
        </p:nvCxnSpPr>
        <p:spPr>
          <a:xfrm flipV="1">
            <a:off x="1708939" y="2709610"/>
            <a:ext cx="949778" cy="9370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stCxn id="6" idx="2"/>
            <a:endCxn id="5" idx="0"/>
          </p:cNvCxnSpPr>
          <p:nvPr/>
        </p:nvCxnSpPr>
        <p:spPr>
          <a:xfrm>
            <a:off x="3300067" y="3071560"/>
            <a:ext cx="0" cy="18740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4" idx="2"/>
            <a:endCxn id="5" idx="1"/>
          </p:cNvCxnSpPr>
          <p:nvPr/>
        </p:nvCxnSpPr>
        <p:spPr>
          <a:xfrm>
            <a:off x="1708939" y="4370557"/>
            <a:ext cx="949778" cy="937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957948" y="2443160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5/1/1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4821346" y="2347660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2/1/1</a:t>
            </a:r>
            <a:endParaRPr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9689075" y="5197460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0/2/1</a:t>
            </a:r>
            <a:endParaRPr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2658716" y="4548587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2/1/2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9750760" y="2476168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4/3/1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10330424" y="3227653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0/0/16</a:t>
            </a:r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5081695" y="4548587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0/1/1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6624746" y="6410384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2/2</a:t>
            </a:r>
            <a:endParaRPr lang="zh-CN" altLang="en-US" dirty="0"/>
          </a:p>
        </p:txBody>
      </p:sp>
      <p:sp>
        <p:nvSpPr>
          <p:cNvPr id="36" name="文本框 35"/>
          <p:cNvSpPr txBox="1"/>
          <p:nvPr/>
        </p:nvSpPr>
        <p:spPr>
          <a:xfrm>
            <a:off x="5301692" y="6407987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2/1</a:t>
            </a:r>
            <a:endParaRPr lang="zh-CN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5532546" y="2347660"/>
            <a:ext cx="1282700" cy="723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P1</a:t>
            </a:r>
            <a:endParaRPr lang="zh-CN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8406375" y="2347660"/>
            <a:ext cx="1282700" cy="723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PE3</a:t>
            </a:r>
            <a:endParaRPr lang="zh-CN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5532546" y="4945655"/>
            <a:ext cx="1282700" cy="723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P2</a:t>
            </a:r>
            <a:endParaRPr lang="zh-CN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8406375" y="4945655"/>
            <a:ext cx="1282700" cy="723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PE4</a:t>
            </a:r>
            <a:endParaRPr lang="zh-CN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9949425" y="3646657"/>
            <a:ext cx="1282700" cy="723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CE2</a:t>
            </a:r>
            <a:endParaRPr lang="zh-CN" altLang="en-US" dirty="0"/>
          </a:p>
        </p:txBody>
      </p:sp>
      <p:sp>
        <p:nvSpPr>
          <p:cNvPr id="54" name="文本框 53"/>
          <p:cNvSpPr txBox="1"/>
          <p:nvPr/>
        </p:nvSpPr>
        <p:spPr>
          <a:xfrm>
            <a:off x="1258089" y="3178133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0/0/15</a:t>
            </a:r>
            <a:endParaRPr lang="zh-CN" altLang="en-US" dirty="0"/>
          </a:p>
        </p:txBody>
      </p:sp>
      <p:cxnSp>
        <p:nvCxnSpPr>
          <p:cNvPr id="58" name="直接连接符 57"/>
          <p:cNvCxnSpPr>
            <a:cxnSpLocks/>
            <a:stCxn id="4" idx="1"/>
            <a:endCxn id="115" idx="1"/>
          </p:cNvCxnSpPr>
          <p:nvPr/>
        </p:nvCxnSpPr>
        <p:spPr>
          <a:xfrm rot="10800000" flipH="1" flipV="1">
            <a:off x="1067589" y="4008606"/>
            <a:ext cx="4693556" cy="2412231"/>
          </a:xfrm>
          <a:prstGeom prst="bentConnector3">
            <a:avLst>
              <a:gd name="adj1" fmla="val -487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stCxn id="6" idx="3"/>
            <a:endCxn id="47" idx="1"/>
          </p:cNvCxnSpPr>
          <p:nvPr/>
        </p:nvCxnSpPr>
        <p:spPr>
          <a:xfrm>
            <a:off x="3941417" y="2709610"/>
            <a:ext cx="15911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stCxn id="47" idx="3"/>
            <a:endCxn id="48" idx="1"/>
          </p:cNvCxnSpPr>
          <p:nvPr/>
        </p:nvCxnSpPr>
        <p:spPr>
          <a:xfrm>
            <a:off x="6815246" y="2709610"/>
            <a:ext cx="15911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>
            <a:stCxn id="48" idx="3"/>
            <a:endCxn id="51" idx="0"/>
          </p:cNvCxnSpPr>
          <p:nvPr/>
        </p:nvCxnSpPr>
        <p:spPr>
          <a:xfrm>
            <a:off x="9689075" y="2709610"/>
            <a:ext cx="901700" cy="9370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>
            <a:stCxn id="51" idx="2"/>
            <a:endCxn id="50" idx="3"/>
          </p:cNvCxnSpPr>
          <p:nvPr/>
        </p:nvCxnSpPr>
        <p:spPr>
          <a:xfrm flipH="1">
            <a:off x="9689075" y="4370557"/>
            <a:ext cx="901700" cy="937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>
            <a:stCxn id="48" idx="2"/>
            <a:endCxn id="50" idx="0"/>
          </p:cNvCxnSpPr>
          <p:nvPr/>
        </p:nvCxnSpPr>
        <p:spPr>
          <a:xfrm>
            <a:off x="9047725" y="3071560"/>
            <a:ext cx="0" cy="18740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>
            <a:stCxn id="47" idx="2"/>
            <a:endCxn id="49" idx="0"/>
          </p:cNvCxnSpPr>
          <p:nvPr/>
        </p:nvCxnSpPr>
        <p:spPr>
          <a:xfrm>
            <a:off x="6173896" y="3071560"/>
            <a:ext cx="0" cy="18740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>
            <a:stCxn id="49" idx="3"/>
            <a:endCxn id="50" idx="1"/>
          </p:cNvCxnSpPr>
          <p:nvPr/>
        </p:nvCxnSpPr>
        <p:spPr>
          <a:xfrm>
            <a:off x="6815246" y="5307605"/>
            <a:ext cx="15911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>
            <a:stCxn id="49" idx="1"/>
            <a:endCxn id="5" idx="3"/>
          </p:cNvCxnSpPr>
          <p:nvPr/>
        </p:nvCxnSpPr>
        <p:spPr>
          <a:xfrm flipH="1">
            <a:off x="3941417" y="5307605"/>
            <a:ext cx="15911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V="1">
            <a:off x="3941417" y="3071560"/>
            <a:ext cx="1591129" cy="18740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3941417" y="3071560"/>
            <a:ext cx="1591129" cy="18740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 flipH="1">
            <a:off x="6815246" y="3071560"/>
            <a:ext cx="1591129" cy="18740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>
            <a:off x="6815246" y="3071560"/>
            <a:ext cx="1591129" cy="18740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>
            <a:cxnSpLocks/>
            <a:stCxn id="51" idx="3"/>
            <a:endCxn id="115" idx="3"/>
          </p:cNvCxnSpPr>
          <p:nvPr/>
        </p:nvCxnSpPr>
        <p:spPr>
          <a:xfrm flipH="1">
            <a:off x="6662845" y="4008607"/>
            <a:ext cx="4569280" cy="2412231"/>
          </a:xfrm>
          <a:prstGeom prst="bentConnector3">
            <a:avLst>
              <a:gd name="adj1" fmla="val -500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>
            <a:off x="2588868" y="3119310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5/1/2</a:t>
            </a:r>
            <a:endParaRPr lang="zh-CN" altLang="en-US" dirty="0"/>
          </a:p>
        </p:txBody>
      </p:sp>
      <p:sp>
        <p:nvSpPr>
          <p:cNvPr id="87" name="文本框 86"/>
          <p:cNvSpPr txBox="1"/>
          <p:nvPr/>
        </p:nvSpPr>
        <p:spPr>
          <a:xfrm>
            <a:off x="1257635" y="4484320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0/0/16</a:t>
            </a:r>
            <a:endParaRPr lang="zh-CN" altLang="en-US" dirty="0"/>
          </a:p>
        </p:txBody>
      </p:sp>
      <p:sp>
        <p:nvSpPr>
          <p:cNvPr id="88" name="文本框 87"/>
          <p:cNvSpPr txBox="1"/>
          <p:nvPr/>
        </p:nvSpPr>
        <p:spPr>
          <a:xfrm>
            <a:off x="290620" y="3665280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0/0/17</a:t>
            </a:r>
            <a:endParaRPr lang="zh-CN" altLang="en-US" dirty="0"/>
          </a:p>
        </p:txBody>
      </p:sp>
      <p:sp>
        <p:nvSpPr>
          <p:cNvPr id="89" name="文本框 88"/>
          <p:cNvSpPr txBox="1"/>
          <p:nvPr/>
        </p:nvSpPr>
        <p:spPr>
          <a:xfrm>
            <a:off x="1957948" y="5197460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2/1/1</a:t>
            </a:r>
            <a:endParaRPr lang="zh-CN" altLang="en-US" dirty="0"/>
          </a:p>
        </p:txBody>
      </p:sp>
      <p:sp>
        <p:nvSpPr>
          <p:cNvPr id="90" name="文本框 89"/>
          <p:cNvSpPr txBox="1"/>
          <p:nvPr/>
        </p:nvSpPr>
        <p:spPr>
          <a:xfrm>
            <a:off x="3576743" y="4363921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2/1/4</a:t>
            </a:r>
            <a:endParaRPr lang="zh-CN" altLang="en-US" dirty="0"/>
          </a:p>
        </p:txBody>
      </p:sp>
      <p:sp>
        <p:nvSpPr>
          <p:cNvPr id="91" name="文本框 90"/>
          <p:cNvSpPr txBox="1"/>
          <p:nvPr/>
        </p:nvSpPr>
        <p:spPr>
          <a:xfrm>
            <a:off x="4973745" y="3232448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2/1/2</a:t>
            </a:r>
            <a:endParaRPr lang="zh-CN" altLang="en-US" dirty="0"/>
          </a:p>
        </p:txBody>
      </p:sp>
      <p:sp>
        <p:nvSpPr>
          <p:cNvPr id="92" name="文本框 91"/>
          <p:cNvSpPr txBox="1"/>
          <p:nvPr/>
        </p:nvSpPr>
        <p:spPr>
          <a:xfrm>
            <a:off x="3957745" y="2337244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5/1/3</a:t>
            </a:r>
            <a:endParaRPr lang="zh-CN" altLang="en-US" dirty="0"/>
          </a:p>
        </p:txBody>
      </p:sp>
      <p:sp>
        <p:nvSpPr>
          <p:cNvPr id="93" name="文本框 92"/>
          <p:cNvSpPr txBox="1"/>
          <p:nvPr/>
        </p:nvSpPr>
        <p:spPr>
          <a:xfrm>
            <a:off x="3881546" y="3241462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5/1/4</a:t>
            </a:r>
            <a:endParaRPr lang="zh-CN" altLang="en-US" dirty="0"/>
          </a:p>
        </p:txBody>
      </p:sp>
      <p:sp>
        <p:nvSpPr>
          <p:cNvPr id="94" name="文本框 93"/>
          <p:cNvSpPr txBox="1"/>
          <p:nvPr/>
        </p:nvSpPr>
        <p:spPr>
          <a:xfrm>
            <a:off x="3919646" y="5312086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2/1/3</a:t>
            </a:r>
            <a:endParaRPr lang="zh-CN" altLang="en-US" dirty="0"/>
          </a:p>
        </p:txBody>
      </p:sp>
      <p:sp>
        <p:nvSpPr>
          <p:cNvPr id="95" name="文本框 94"/>
          <p:cNvSpPr txBox="1"/>
          <p:nvPr/>
        </p:nvSpPr>
        <p:spPr>
          <a:xfrm>
            <a:off x="4859445" y="5327959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0/1/2</a:t>
            </a:r>
            <a:endParaRPr lang="zh-CN" altLang="en-US" dirty="0"/>
          </a:p>
        </p:txBody>
      </p:sp>
      <p:sp>
        <p:nvSpPr>
          <p:cNvPr id="96" name="文本框 95"/>
          <p:cNvSpPr txBox="1"/>
          <p:nvPr/>
        </p:nvSpPr>
        <p:spPr>
          <a:xfrm>
            <a:off x="10330424" y="4495717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0/0/15</a:t>
            </a:r>
            <a:endParaRPr lang="zh-CN" altLang="en-US" dirty="0"/>
          </a:p>
        </p:txBody>
      </p:sp>
      <p:sp>
        <p:nvSpPr>
          <p:cNvPr id="97" name="文本框 96"/>
          <p:cNvSpPr txBox="1"/>
          <p:nvPr/>
        </p:nvSpPr>
        <p:spPr>
          <a:xfrm>
            <a:off x="11257525" y="3569790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0/0/17</a:t>
            </a:r>
            <a:endParaRPr lang="zh-CN" altLang="en-US" dirty="0"/>
          </a:p>
        </p:txBody>
      </p:sp>
      <p:sp>
        <p:nvSpPr>
          <p:cNvPr id="98" name="文本框 97"/>
          <p:cNvSpPr txBox="1"/>
          <p:nvPr/>
        </p:nvSpPr>
        <p:spPr>
          <a:xfrm>
            <a:off x="7701524" y="2354156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4/3/2</a:t>
            </a:r>
            <a:endParaRPr lang="zh-CN" altLang="en-US" dirty="0"/>
          </a:p>
        </p:txBody>
      </p:sp>
      <p:sp>
        <p:nvSpPr>
          <p:cNvPr id="99" name="文本框 98"/>
          <p:cNvSpPr txBox="1"/>
          <p:nvPr/>
        </p:nvSpPr>
        <p:spPr>
          <a:xfrm>
            <a:off x="6754014" y="2354615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2/1/3</a:t>
            </a:r>
            <a:endParaRPr lang="zh-CN" altLang="en-US" dirty="0"/>
          </a:p>
        </p:txBody>
      </p:sp>
      <p:sp>
        <p:nvSpPr>
          <p:cNvPr id="100" name="文本框 99"/>
          <p:cNvSpPr txBox="1"/>
          <p:nvPr/>
        </p:nvSpPr>
        <p:spPr>
          <a:xfrm>
            <a:off x="7912890" y="3071101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4/3/3</a:t>
            </a:r>
            <a:endParaRPr lang="zh-CN" altLang="en-US" dirty="0"/>
          </a:p>
        </p:txBody>
      </p:sp>
      <p:sp>
        <p:nvSpPr>
          <p:cNvPr id="101" name="文本框 100"/>
          <p:cNvSpPr txBox="1"/>
          <p:nvPr/>
        </p:nvSpPr>
        <p:spPr>
          <a:xfrm>
            <a:off x="6602975" y="4596890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0/1/3</a:t>
            </a:r>
            <a:endParaRPr lang="zh-CN" altLang="en-US" dirty="0"/>
          </a:p>
        </p:txBody>
      </p:sp>
      <p:sp>
        <p:nvSpPr>
          <p:cNvPr id="102" name="文本框 101"/>
          <p:cNvSpPr txBox="1"/>
          <p:nvPr/>
        </p:nvSpPr>
        <p:spPr>
          <a:xfrm>
            <a:off x="8722515" y="3119310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4/3/4</a:t>
            </a:r>
            <a:endParaRPr lang="zh-CN" altLang="en-US" dirty="0"/>
          </a:p>
        </p:txBody>
      </p:sp>
      <p:sp>
        <p:nvSpPr>
          <p:cNvPr id="103" name="文本框 102"/>
          <p:cNvSpPr txBox="1"/>
          <p:nvPr/>
        </p:nvSpPr>
        <p:spPr>
          <a:xfrm>
            <a:off x="8743379" y="4540178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0/2/2</a:t>
            </a:r>
            <a:endParaRPr lang="zh-CN" altLang="en-US" dirty="0"/>
          </a:p>
        </p:txBody>
      </p:sp>
      <p:sp>
        <p:nvSpPr>
          <p:cNvPr id="104" name="文本框 103"/>
          <p:cNvSpPr txBox="1"/>
          <p:nvPr/>
        </p:nvSpPr>
        <p:spPr>
          <a:xfrm>
            <a:off x="5807411" y="3214901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2/1/4</a:t>
            </a:r>
            <a:endParaRPr lang="zh-CN" altLang="en-US" dirty="0"/>
          </a:p>
        </p:txBody>
      </p:sp>
      <p:sp>
        <p:nvSpPr>
          <p:cNvPr id="105" name="文本框 104"/>
          <p:cNvSpPr txBox="1"/>
          <p:nvPr/>
        </p:nvSpPr>
        <p:spPr>
          <a:xfrm>
            <a:off x="5869550" y="4329624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0/1/4</a:t>
            </a:r>
            <a:endParaRPr lang="zh-CN" altLang="en-US" dirty="0"/>
          </a:p>
        </p:txBody>
      </p:sp>
      <p:sp>
        <p:nvSpPr>
          <p:cNvPr id="106" name="文本框 105"/>
          <p:cNvSpPr txBox="1"/>
          <p:nvPr/>
        </p:nvSpPr>
        <p:spPr>
          <a:xfrm>
            <a:off x="6786671" y="5327959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0/1/5</a:t>
            </a:r>
            <a:endParaRPr lang="zh-CN" altLang="en-US" dirty="0"/>
          </a:p>
        </p:txBody>
      </p:sp>
      <p:sp>
        <p:nvSpPr>
          <p:cNvPr id="107" name="文本框 106"/>
          <p:cNvSpPr txBox="1"/>
          <p:nvPr/>
        </p:nvSpPr>
        <p:spPr>
          <a:xfrm>
            <a:off x="7674311" y="5332303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0/2/4</a:t>
            </a:r>
            <a:endParaRPr lang="zh-CN" altLang="en-US" dirty="0"/>
          </a:p>
        </p:txBody>
      </p:sp>
      <p:sp>
        <p:nvSpPr>
          <p:cNvPr id="108" name="文本框 107"/>
          <p:cNvSpPr txBox="1"/>
          <p:nvPr/>
        </p:nvSpPr>
        <p:spPr>
          <a:xfrm>
            <a:off x="6630190" y="3194334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2/1/5</a:t>
            </a:r>
            <a:endParaRPr lang="zh-CN" altLang="en-US" dirty="0"/>
          </a:p>
        </p:txBody>
      </p:sp>
      <p:sp>
        <p:nvSpPr>
          <p:cNvPr id="109" name="文本框 108"/>
          <p:cNvSpPr txBox="1"/>
          <p:nvPr/>
        </p:nvSpPr>
        <p:spPr>
          <a:xfrm>
            <a:off x="7920373" y="4602974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0/2/3</a:t>
            </a:r>
            <a:endParaRPr lang="zh-CN" altLang="en-US" dirty="0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EFDE9A8-7729-4F4B-A3DA-24E4D2034380}"/>
              </a:ext>
            </a:extLst>
          </p:cNvPr>
          <p:cNvSpPr/>
          <p:nvPr/>
        </p:nvSpPr>
        <p:spPr>
          <a:xfrm>
            <a:off x="5480823" y="125569"/>
            <a:ext cx="1005144" cy="4938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控制器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3E644A1-89BF-4F27-A010-41D6ABC12184}"/>
              </a:ext>
            </a:extLst>
          </p:cNvPr>
          <p:cNvSpPr/>
          <p:nvPr/>
        </p:nvSpPr>
        <p:spPr>
          <a:xfrm>
            <a:off x="2848728" y="694875"/>
            <a:ext cx="901700" cy="6226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管理交换机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CE49B07-0EF7-45FF-B302-AAB60868C4BD}"/>
              </a:ext>
            </a:extLst>
          </p:cNvPr>
          <p:cNvSpPr/>
          <p:nvPr/>
        </p:nvSpPr>
        <p:spPr>
          <a:xfrm>
            <a:off x="5480823" y="780320"/>
            <a:ext cx="1005144" cy="4938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控制器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3DE10A1-44BF-4477-900C-20A376DA80BD}"/>
              </a:ext>
            </a:extLst>
          </p:cNvPr>
          <p:cNvSpPr/>
          <p:nvPr/>
        </p:nvSpPr>
        <p:spPr>
          <a:xfrm>
            <a:off x="5480823" y="1480196"/>
            <a:ext cx="1005144" cy="4938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控制器</a:t>
            </a:r>
            <a:r>
              <a:rPr lang="en-US" altLang="zh-CN" dirty="0"/>
              <a:t>3</a:t>
            </a:r>
            <a:endParaRPr lang="zh-CN" altLang="en-US" dirty="0"/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154F8A39-ED83-4C6F-B7B5-BBEC9FE7A308}"/>
              </a:ext>
            </a:extLst>
          </p:cNvPr>
          <p:cNvCxnSpPr>
            <a:cxnSpLocks/>
            <a:stCxn id="63" idx="3"/>
            <a:endCxn id="61" idx="1"/>
          </p:cNvCxnSpPr>
          <p:nvPr/>
        </p:nvCxnSpPr>
        <p:spPr>
          <a:xfrm flipV="1">
            <a:off x="3750428" y="372501"/>
            <a:ext cx="1730395" cy="6336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0605619A-76BC-4D85-9163-8580EAC4BD00}"/>
              </a:ext>
            </a:extLst>
          </p:cNvPr>
          <p:cNvCxnSpPr>
            <a:cxnSpLocks/>
            <a:stCxn id="63" idx="3"/>
            <a:endCxn id="65" idx="1"/>
          </p:cNvCxnSpPr>
          <p:nvPr/>
        </p:nvCxnSpPr>
        <p:spPr>
          <a:xfrm>
            <a:off x="3750428" y="1006185"/>
            <a:ext cx="1730395" cy="210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A6C7F655-10AC-4BCA-AE78-124CFB4C6CEA}"/>
              </a:ext>
            </a:extLst>
          </p:cNvPr>
          <p:cNvCxnSpPr>
            <a:cxnSpLocks/>
            <a:stCxn id="63" idx="3"/>
            <a:endCxn id="67" idx="1"/>
          </p:cNvCxnSpPr>
          <p:nvPr/>
        </p:nvCxnSpPr>
        <p:spPr>
          <a:xfrm>
            <a:off x="3750428" y="1006185"/>
            <a:ext cx="1730395" cy="720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CF026F37-A7E4-4DC8-87D3-F26A5981F64D}"/>
              </a:ext>
            </a:extLst>
          </p:cNvPr>
          <p:cNvSpPr txBox="1"/>
          <p:nvPr/>
        </p:nvSpPr>
        <p:spPr>
          <a:xfrm>
            <a:off x="3236819" y="1975113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5/1/12</a:t>
            </a:r>
            <a:endParaRPr lang="zh-CN" altLang="en-US" dirty="0"/>
          </a:p>
        </p:txBody>
      </p: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61B51511-3C91-4203-B32D-E26A6582D538}"/>
              </a:ext>
            </a:extLst>
          </p:cNvPr>
          <p:cNvCxnSpPr>
            <a:cxnSpLocks/>
            <a:stCxn id="6" idx="0"/>
            <a:endCxn id="63" idx="2"/>
          </p:cNvCxnSpPr>
          <p:nvPr/>
        </p:nvCxnSpPr>
        <p:spPr>
          <a:xfrm flipH="1" flipV="1">
            <a:off x="3299578" y="1317494"/>
            <a:ext cx="489" cy="1030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B494DD82-EA60-4C88-92E1-FF31C71C7140}"/>
              </a:ext>
            </a:extLst>
          </p:cNvPr>
          <p:cNvSpPr txBox="1"/>
          <p:nvPr/>
        </p:nvSpPr>
        <p:spPr>
          <a:xfrm>
            <a:off x="3725970" y="588203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1/0/9</a:t>
            </a:r>
            <a:endParaRPr lang="zh-CN" altLang="en-US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656919E-387D-4637-8C4C-92C6BD7D034F}"/>
              </a:ext>
            </a:extLst>
          </p:cNvPr>
          <p:cNvSpPr txBox="1"/>
          <p:nvPr/>
        </p:nvSpPr>
        <p:spPr>
          <a:xfrm>
            <a:off x="4071170" y="813960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1/0/10</a:t>
            </a:r>
            <a:endParaRPr lang="zh-CN" altLang="en-US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66DEDACE-C472-4D20-B400-C74DACD48B01}"/>
              </a:ext>
            </a:extLst>
          </p:cNvPr>
          <p:cNvSpPr txBox="1"/>
          <p:nvPr/>
        </p:nvSpPr>
        <p:spPr>
          <a:xfrm>
            <a:off x="3778008" y="1033021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1/0/11</a:t>
            </a:r>
            <a:endParaRPr lang="zh-CN" altLang="en-US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14AEB340-9954-4719-8F57-9495DE63C9D3}"/>
              </a:ext>
            </a:extLst>
          </p:cNvPr>
          <p:cNvSpPr txBox="1"/>
          <p:nvPr/>
        </p:nvSpPr>
        <p:spPr>
          <a:xfrm>
            <a:off x="2544459" y="1283638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1/0/14</a:t>
            </a:r>
            <a:endParaRPr lang="zh-CN" altLang="en-US" dirty="0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5F499907-5747-4B2C-85C9-190C06D64413}"/>
              </a:ext>
            </a:extLst>
          </p:cNvPr>
          <p:cNvSpPr/>
          <p:nvPr/>
        </p:nvSpPr>
        <p:spPr>
          <a:xfrm>
            <a:off x="5761145" y="6109528"/>
            <a:ext cx="901700" cy="6226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测试仪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BF7EA51-60E5-42C2-A552-36DEE0C5668D}"/>
              </a:ext>
            </a:extLst>
          </p:cNvPr>
          <p:cNvSpPr txBox="1"/>
          <p:nvPr/>
        </p:nvSpPr>
        <p:spPr>
          <a:xfrm>
            <a:off x="6662845" y="325684"/>
            <a:ext cx="3367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控制器集群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EBE9D65-BE5B-4483-BFB8-3205D6699553}"/>
              </a:ext>
            </a:extLst>
          </p:cNvPr>
          <p:cNvSpPr txBox="1"/>
          <p:nvPr/>
        </p:nvSpPr>
        <p:spPr>
          <a:xfrm>
            <a:off x="7360197" y="929417"/>
            <a:ext cx="3966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集群北向</a:t>
            </a:r>
            <a:r>
              <a:rPr lang="en-US" altLang="zh-CN" dirty="0"/>
              <a:t>IP:55.187.84.70/55:187:84::70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2039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49454</TotalTime>
  <Words>109</Words>
  <Application>Microsoft Office PowerPoint</Application>
  <PresentationFormat>宽屏</PresentationFormat>
  <Paragraphs>76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主题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zhaoyiwen (CTPL)</dc:creator>
  <cp:lastModifiedBy>chenhanqing (TS)</cp:lastModifiedBy>
  <cp:revision>30</cp:revision>
  <dcterms:created xsi:type="dcterms:W3CDTF">2025-03-12T07:43:47Z</dcterms:created>
  <dcterms:modified xsi:type="dcterms:W3CDTF">2025-04-17T07:36:16Z</dcterms:modified>
</cp:coreProperties>
</file>