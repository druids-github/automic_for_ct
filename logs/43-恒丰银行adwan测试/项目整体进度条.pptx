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6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A92837-EAD3-429F-8C76-80084E7E4AA4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268B7248-FCB9-4593-9CEA-B418319882C2}">
      <dgm:prSet phldrT="[文本]" custT="1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zh-CN" altLang="en-US" sz="105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rPr>
            <a:t>项目售前测试分析会</a:t>
          </a:r>
        </a:p>
      </dgm:t>
    </dgm:pt>
    <dgm:pt modelId="{89AA48F2-BF0F-49F8-A8FC-0C50FB0D4357}" type="parTrans" cxnId="{443D5CF0-D954-4D4B-AA69-6EB638C382CF}">
      <dgm:prSet/>
      <dgm:spPr/>
      <dgm:t>
        <a:bodyPr/>
        <a:lstStyle/>
        <a:p>
          <a:endParaRPr lang="zh-CN" altLang="en-US" sz="2400" b="1">
            <a:latin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B89A9760-D156-4889-AE99-EB386B5F4605}" type="sibTrans" cxnId="{443D5CF0-D954-4D4B-AA69-6EB638C382CF}">
      <dgm:prSet/>
      <dgm:spPr/>
      <dgm:t>
        <a:bodyPr/>
        <a:lstStyle/>
        <a:p>
          <a:endParaRPr lang="zh-CN" altLang="en-US" sz="2400" b="1">
            <a:latin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DC717874-4355-4D5B-B935-EE9B6FD07D83}">
      <dgm:prSet phldrT="[文本]" custT="1"/>
      <dgm:spPr>
        <a:solidFill>
          <a:prstClr val="white">
            <a:lumMod val="65000"/>
          </a:prst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44006" tIns="14669" rIns="14669" bIns="14669" numCol="1" spcCol="1270" anchor="ctr" anchorCtr="0"/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POC</a:t>
          </a:r>
          <a:r>
            <a:rPr lang="zh-CN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一轮预测试，并输出报告截图</a:t>
          </a:r>
          <a:endParaRPr lang="zh-CN" altLang="en-US" sz="1050" b="1" kern="1200" dirty="0">
            <a:solidFill>
              <a:prstClr val="black"/>
            </a:solidFill>
            <a:latin typeface="Microsoft Sans Serif" panose="020B0604020202020204" pitchFamily="34" charset="0"/>
            <a:ea typeface="宋体" panose="02010600030101010101" pitchFamily="2" charset="-122"/>
            <a:cs typeface="Microsoft Sans Serif" panose="020B0604020202020204" pitchFamily="34" charset="0"/>
          </a:endParaRPr>
        </a:p>
      </dgm:t>
    </dgm:pt>
    <dgm:pt modelId="{20D75457-D931-403A-AAF3-413EEE009CCC}" type="parTrans" cxnId="{EC15F1E1-495D-4C81-B9F0-C330E62C511B}">
      <dgm:prSet/>
      <dgm:spPr/>
      <dgm:t>
        <a:bodyPr/>
        <a:lstStyle/>
        <a:p>
          <a:endParaRPr lang="zh-CN" altLang="en-US" sz="2400" b="1">
            <a:latin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7428E346-2A4B-4A4C-8152-DDB134ECD9B7}" type="sibTrans" cxnId="{EC15F1E1-495D-4C81-B9F0-C330E62C511B}">
      <dgm:prSet/>
      <dgm:spPr/>
      <dgm:t>
        <a:bodyPr/>
        <a:lstStyle/>
        <a:p>
          <a:endParaRPr lang="zh-CN" altLang="en-US" sz="2400" b="1">
            <a:latin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0C49889B-55F1-46DD-B1D1-D9DEF428582B}">
      <dgm:prSet phldrT="[文本]" custT="1"/>
      <dgm:spPr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44006" tIns="14669" rIns="14669" bIns="14669" numCol="1" spcCol="1270" anchor="ctr" anchorCtr="0"/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POC</a:t>
          </a:r>
          <a:r>
            <a:rPr lang="zh-CN" altLang="en-US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二</a:t>
          </a:r>
          <a:r>
            <a:rPr lang="zh-CN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轮</a:t>
          </a:r>
          <a:r>
            <a:rPr lang="zh-CN" altLang="en-US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回归</a:t>
          </a:r>
          <a:r>
            <a:rPr lang="zh-CN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测试</a:t>
          </a:r>
          <a:endParaRPr lang="zh-CN" altLang="en-US" sz="1050" b="1" kern="1200" dirty="0">
            <a:solidFill>
              <a:prstClr val="black"/>
            </a:solidFill>
            <a:latin typeface="Microsoft Sans Serif" panose="020B0604020202020204" pitchFamily="34" charset="0"/>
            <a:ea typeface="宋体" panose="02010600030101010101" pitchFamily="2" charset="-122"/>
            <a:cs typeface="Microsoft Sans Serif" panose="020B0604020202020204" pitchFamily="34" charset="0"/>
          </a:endParaRPr>
        </a:p>
      </dgm:t>
    </dgm:pt>
    <dgm:pt modelId="{9740A724-F09E-4DBF-9B5D-20A90A014ED9}" type="parTrans" cxnId="{CD913966-58F7-47F2-B79C-556CE20EB2E4}">
      <dgm:prSet/>
      <dgm:spPr/>
      <dgm:t>
        <a:bodyPr/>
        <a:lstStyle/>
        <a:p>
          <a:endParaRPr lang="zh-CN" altLang="en-US" sz="2400" b="1">
            <a:latin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A0871DBB-5D3C-48B6-9F7A-25A5AED79FE7}" type="sibTrans" cxnId="{CD913966-58F7-47F2-B79C-556CE20EB2E4}">
      <dgm:prSet/>
      <dgm:spPr/>
      <dgm:t>
        <a:bodyPr/>
        <a:lstStyle/>
        <a:p>
          <a:endParaRPr lang="zh-CN" altLang="en-US" sz="2400" b="1">
            <a:latin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4667595D-7293-49CF-860C-81775DC5B578}">
      <dgm:prSet phldrT="[文本]" custT="1"/>
      <dgm:spPr/>
      <dgm:t>
        <a:bodyPr/>
        <a:lstStyle/>
        <a:p>
          <a:r>
            <a:rPr lang="zh-CN" altLang="en-US" sz="1050" b="1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rPr>
            <a:t>正式测试</a:t>
          </a:r>
        </a:p>
      </dgm:t>
    </dgm:pt>
    <dgm:pt modelId="{8C7B4ABF-EFBD-4F5B-BD96-5D03B15CDEC4}" type="parTrans" cxnId="{7B23B82C-A2E2-4C49-8103-897AE0BE70E6}">
      <dgm:prSet/>
      <dgm:spPr/>
      <dgm:t>
        <a:bodyPr/>
        <a:lstStyle/>
        <a:p>
          <a:endParaRPr lang="zh-CN" altLang="en-US" sz="2400" b="1">
            <a:latin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C13591E2-1D61-40E4-8B84-50A943868B7E}" type="sibTrans" cxnId="{7B23B82C-A2E2-4C49-8103-897AE0BE70E6}">
      <dgm:prSet/>
      <dgm:spPr/>
      <dgm:t>
        <a:bodyPr/>
        <a:lstStyle/>
        <a:p>
          <a:endParaRPr lang="zh-CN" altLang="en-US" sz="2400" b="1">
            <a:latin typeface="Microsoft Sans Serif" panose="020B0604020202020204" pitchFamily="34" charset="0"/>
            <a:cs typeface="Microsoft Sans Serif" panose="020B0604020202020204" pitchFamily="34" charset="0"/>
          </a:endParaRPr>
        </a:p>
      </dgm:t>
    </dgm:pt>
    <dgm:pt modelId="{D74BBB3C-2153-4C14-A933-9D2A5FCC8031}" type="pres">
      <dgm:prSet presAssocID="{B5A92837-EAD3-429F-8C76-80084E7E4AA4}" presName="Name0" presStyleCnt="0">
        <dgm:presLayoutVars>
          <dgm:dir/>
          <dgm:animLvl val="lvl"/>
          <dgm:resizeHandles val="exact"/>
        </dgm:presLayoutVars>
      </dgm:prSet>
      <dgm:spPr/>
    </dgm:pt>
    <dgm:pt modelId="{4E88804A-A944-4550-8CF5-9ACD47A07EF7}" type="pres">
      <dgm:prSet presAssocID="{268B7248-FCB9-4593-9CEA-B418319882C2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45D2FAF-F73D-42D1-99CD-5B63C66630E7}" type="pres">
      <dgm:prSet presAssocID="{B89A9760-D156-4889-AE99-EB386B5F4605}" presName="parTxOnlySpace" presStyleCnt="0"/>
      <dgm:spPr/>
    </dgm:pt>
    <dgm:pt modelId="{0B344CCA-E96A-4AFC-814C-3E149CEFFB6C}" type="pres">
      <dgm:prSet presAssocID="{DC717874-4355-4D5B-B935-EE9B6FD07D83}" presName="parTxOnly" presStyleLbl="node1" presStyleIdx="1" presStyleCnt="4">
        <dgm:presLayoutVars>
          <dgm:chMax val="0"/>
          <dgm:chPref val="0"/>
          <dgm:bulletEnabled val="1"/>
        </dgm:presLayoutVars>
      </dgm:prSet>
      <dgm:spPr>
        <a:xfrm>
          <a:off x="2923462" y="808493"/>
          <a:ext cx="3242103" cy="1296841"/>
        </a:xfrm>
        <a:prstGeom prst="chevron">
          <a:avLst/>
        </a:prstGeom>
      </dgm:spPr>
    </dgm:pt>
    <dgm:pt modelId="{F7406C86-0A06-47CA-A15D-C4FEC6E77E18}" type="pres">
      <dgm:prSet presAssocID="{7428E346-2A4B-4A4C-8152-DDB134ECD9B7}" presName="parTxOnlySpace" presStyleCnt="0"/>
      <dgm:spPr/>
    </dgm:pt>
    <dgm:pt modelId="{7B73D95E-FCA0-49E3-A504-38808E8960F8}" type="pres">
      <dgm:prSet presAssocID="{0C49889B-55F1-46DD-B1D1-D9DEF428582B}" presName="parTxOnly" presStyleLbl="node1" presStyleIdx="2" presStyleCnt="4">
        <dgm:presLayoutVars>
          <dgm:chMax val="0"/>
          <dgm:chPref val="0"/>
          <dgm:bulletEnabled val="1"/>
        </dgm:presLayoutVars>
      </dgm:prSet>
      <dgm:spPr>
        <a:xfrm>
          <a:off x="5841355" y="808493"/>
          <a:ext cx="3242103" cy="1296841"/>
        </a:xfrm>
        <a:prstGeom prst="chevron">
          <a:avLst/>
        </a:prstGeom>
      </dgm:spPr>
    </dgm:pt>
    <dgm:pt modelId="{C204EE8C-6A62-418E-A74C-E3FB37CDA06E}" type="pres">
      <dgm:prSet presAssocID="{A0871DBB-5D3C-48B6-9F7A-25A5AED79FE7}" presName="parTxOnlySpace" presStyleCnt="0"/>
      <dgm:spPr/>
    </dgm:pt>
    <dgm:pt modelId="{7CA107F8-845D-4D33-AB7E-F37B48D69971}" type="pres">
      <dgm:prSet presAssocID="{4667595D-7293-49CF-860C-81775DC5B578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BC6530C-8A40-4BE0-B0FF-66A0228997E4}" type="presOf" srcId="{4667595D-7293-49CF-860C-81775DC5B578}" destId="{7CA107F8-845D-4D33-AB7E-F37B48D69971}" srcOrd="0" destOrd="0" presId="urn:microsoft.com/office/officeart/2005/8/layout/chevron1"/>
    <dgm:cxn modelId="{7B23B82C-A2E2-4C49-8103-897AE0BE70E6}" srcId="{B5A92837-EAD3-429F-8C76-80084E7E4AA4}" destId="{4667595D-7293-49CF-860C-81775DC5B578}" srcOrd="3" destOrd="0" parTransId="{8C7B4ABF-EFBD-4F5B-BD96-5D03B15CDEC4}" sibTransId="{C13591E2-1D61-40E4-8B84-50A943868B7E}"/>
    <dgm:cxn modelId="{CD913966-58F7-47F2-B79C-556CE20EB2E4}" srcId="{B5A92837-EAD3-429F-8C76-80084E7E4AA4}" destId="{0C49889B-55F1-46DD-B1D1-D9DEF428582B}" srcOrd="2" destOrd="0" parTransId="{9740A724-F09E-4DBF-9B5D-20A90A014ED9}" sibTransId="{A0871DBB-5D3C-48B6-9F7A-25A5AED79FE7}"/>
    <dgm:cxn modelId="{F13FB66E-AA1C-4029-BF4A-5894F8B2748A}" type="presOf" srcId="{B5A92837-EAD3-429F-8C76-80084E7E4AA4}" destId="{D74BBB3C-2153-4C14-A933-9D2A5FCC8031}" srcOrd="0" destOrd="0" presId="urn:microsoft.com/office/officeart/2005/8/layout/chevron1"/>
    <dgm:cxn modelId="{EDEBCE71-2509-40A8-BF00-0A38F1FA88CF}" type="presOf" srcId="{268B7248-FCB9-4593-9CEA-B418319882C2}" destId="{4E88804A-A944-4550-8CF5-9ACD47A07EF7}" srcOrd="0" destOrd="0" presId="urn:microsoft.com/office/officeart/2005/8/layout/chevron1"/>
    <dgm:cxn modelId="{01268384-1BD6-4CC8-821A-D173996F11D1}" type="presOf" srcId="{0C49889B-55F1-46DD-B1D1-D9DEF428582B}" destId="{7B73D95E-FCA0-49E3-A504-38808E8960F8}" srcOrd="0" destOrd="0" presId="urn:microsoft.com/office/officeart/2005/8/layout/chevron1"/>
    <dgm:cxn modelId="{EE56C0BE-B18E-4E67-B5AE-95934592B1D2}" type="presOf" srcId="{DC717874-4355-4D5B-B935-EE9B6FD07D83}" destId="{0B344CCA-E96A-4AFC-814C-3E149CEFFB6C}" srcOrd="0" destOrd="0" presId="urn:microsoft.com/office/officeart/2005/8/layout/chevron1"/>
    <dgm:cxn modelId="{EC15F1E1-495D-4C81-B9F0-C330E62C511B}" srcId="{B5A92837-EAD3-429F-8C76-80084E7E4AA4}" destId="{DC717874-4355-4D5B-B935-EE9B6FD07D83}" srcOrd="1" destOrd="0" parTransId="{20D75457-D931-403A-AAF3-413EEE009CCC}" sibTransId="{7428E346-2A4B-4A4C-8152-DDB134ECD9B7}"/>
    <dgm:cxn modelId="{443D5CF0-D954-4D4B-AA69-6EB638C382CF}" srcId="{B5A92837-EAD3-429F-8C76-80084E7E4AA4}" destId="{268B7248-FCB9-4593-9CEA-B418319882C2}" srcOrd="0" destOrd="0" parTransId="{89AA48F2-BF0F-49F8-A8FC-0C50FB0D4357}" sibTransId="{B89A9760-D156-4889-AE99-EB386B5F4605}"/>
    <dgm:cxn modelId="{DB9409DC-03A1-45F0-8EF6-35A232A97611}" type="presParOf" srcId="{D74BBB3C-2153-4C14-A933-9D2A5FCC8031}" destId="{4E88804A-A944-4550-8CF5-9ACD47A07EF7}" srcOrd="0" destOrd="0" presId="urn:microsoft.com/office/officeart/2005/8/layout/chevron1"/>
    <dgm:cxn modelId="{A7D4C464-BAD8-432D-9114-D67B464A1849}" type="presParOf" srcId="{D74BBB3C-2153-4C14-A933-9D2A5FCC8031}" destId="{645D2FAF-F73D-42D1-99CD-5B63C66630E7}" srcOrd="1" destOrd="0" presId="urn:microsoft.com/office/officeart/2005/8/layout/chevron1"/>
    <dgm:cxn modelId="{00DA6279-43B5-4631-83A6-FD513F45718B}" type="presParOf" srcId="{D74BBB3C-2153-4C14-A933-9D2A5FCC8031}" destId="{0B344CCA-E96A-4AFC-814C-3E149CEFFB6C}" srcOrd="2" destOrd="0" presId="urn:microsoft.com/office/officeart/2005/8/layout/chevron1"/>
    <dgm:cxn modelId="{E16748EC-D5D2-49B3-8846-F7C309E53452}" type="presParOf" srcId="{D74BBB3C-2153-4C14-A933-9D2A5FCC8031}" destId="{F7406C86-0A06-47CA-A15D-C4FEC6E77E18}" srcOrd="3" destOrd="0" presId="urn:microsoft.com/office/officeart/2005/8/layout/chevron1"/>
    <dgm:cxn modelId="{EDFDE0E5-6AFF-400B-84E0-870706E0CA38}" type="presParOf" srcId="{D74BBB3C-2153-4C14-A933-9D2A5FCC8031}" destId="{7B73D95E-FCA0-49E3-A504-38808E8960F8}" srcOrd="4" destOrd="0" presId="urn:microsoft.com/office/officeart/2005/8/layout/chevron1"/>
    <dgm:cxn modelId="{0F76379A-43C9-4EBA-AE02-290BAA2592D5}" type="presParOf" srcId="{D74BBB3C-2153-4C14-A933-9D2A5FCC8031}" destId="{C204EE8C-6A62-418E-A74C-E3FB37CDA06E}" srcOrd="5" destOrd="0" presId="urn:microsoft.com/office/officeart/2005/8/layout/chevron1"/>
    <dgm:cxn modelId="{E817E6A2-12A5-452C-AF49-752D058A33AE}" type="presParOf" srcId="{D74BBB3C-2153-4C14-A933-9D2A5FCC8031}" destId="{7CA107F8-845D-4D33-AB7E-F37B48D69971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8804A-A944-4550-8CF5-9ACD47A07EF7}">
      <dsp:nvSpPr>
        <dsp:cNvPr id="0" name=""/>
        <dsp:cNvSpPr/>
      </dsp:nvSpPr>
      <dsp:spPr>
        <a:xfrm>
          <a:off x="5569" y="808493"/>
          <a:ext cx="3242103" cy="1296841"/>
        </a:xfrm>
        <a:prstGeom prst="chevron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b="1" kern="12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rPr>
            <a:t>项目售前测试分析会</a:t>
          </a:r>
        </a:p>
      </dsp:txBody>
      <dsp:txXfrm>
        <a:off x="653990" y="808493"/>
        <a:ext cx="1945262" cy="1296841"/>
      </dsp:txXfrm>
    </dsp:sp>
    <dsp:sp modelId="{0B344CCA-E96A-4AFC-814C-3E149CEFFB6C}">
      <dsp:nvSpPr>
        <dsp:cNvPr id="0" name=""/>
        <dsp:cNvSpPr/>
      </dsp:nvSpPr>
      <dsp:spPr>
        <a:xfrm>
          <a:off x="2923462" y="808493"/>
          <a:ext cx="3242103" cy="1296841"/>
        </a:xfrm>
        <a:prstGeom prst="chevron">
          <a:avLst/>
        </a:prstGeom>
        <a:solidFill>
          <a:prstClr val="white">
            <a:lumMod val="65000"/>
          </a:prstClr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POC</a:t>
          </a:r>
          <a:r>
            <a:rPr lang="zh-CN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一轮预测试，并输出报告截图</a:t>
          </a:r>
          <a:endParaRPr lang="zh-CN" altLang="en-US" sz="1050" b="1" kern="1200" dirty="0">
            <a:solidFill>
              <a:prstClr val="black"/>
            </a:solidFill>
            <a:latin typeface="Microsoft Sans Serif" panose="020B0604020202020204" pitchFamily="34" charset="0"/>
            <a:ea typeface="宋体" panose="02010600030101010101" pitchFamily="2" charset="-122"/>
            <a:cs typeface="Microsoft Sans Serif" panose="020B0604020202020204" pitchFamily="34" charset="0"/>
          </a:endParaRPr>
        </a:p>
      </dsp:txBody>
      <dsp:txXfrm>
        <a:off x="3571883" y="808493"/>
        <a:ext cx="1945262" cy="1296841"/>
      </dsp:txXfrm>
    </dsp:sp>
    <dsp:sp modelId="{7B73D95E-FCA0-49E3-A504-38808E8960F8}">
      <dsp:nvSpPr>
        <dsp:cNvPr id="0" name=""/>
        <dsp:cNvSpPr/>
      </dsp:nvSpPr>
      <dsp:spPr>
        <a:xfrm>
          <a:off x="5841355" y="808493"/>
          <a:ext cx="3242103" cy="1296841"/>
        </a:xfrm>
        <a:prstGeom prst="chevron">
          <a:avLst/>
        </a:prstGeom>
        <a:solidFill>
          <a:srgbClr val="00B050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POC</a:t>
          </a:r>
          <a:r>
            <a:rPr lang="zh-CN" altLang="en-US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二</a:t>
          </a:r>
          <a:r>
            <a:rPr lang="zh-CN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轮</a:t>
          </a:r>
          <a:r>
            <a:rPr lang="zh-CN" altLang="en-US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回归</a:t>
          </a:r>
          <a:r>
            <a:rPr lang="zh-CN" sz="1050" b="1" kern="1200" dirty="0">
              <a:solidFill>
                <a:prstClr val="black"/>
              </a:solidFill>
              <a:latin typeface="Microsoft Sans Serif" panose="020B0604020202020204" pitchFamily="34" charset="0"/>
              <a:ea typeface="宋体" panose="02010600030101010101" pitchFamily="2" charset="-122"/>
              <a:cs typeface="Microsoft Sans Serif" panose="020B0604020202020204" pitchFamily="34" charset="0"/>
            </a:rPr>
            <a:t>测试</a:t>
          </a:r>
          <a:endParaRPr lang="zh-CN" altLang="en-US" sz="1050" b="1" kern="1200" dirty="0">
            <a:solidFill>
              <a:prstClr val="black"/>
            </a:solidFill>
            <a:latin typeface="Microsoft Sans Serif" panose="020B0604020202020204" pitchFamily="34" charset="0"/>
            <a:ea typeface="宋体" panose="02010600030101010101" pitchFamily="2" charset="-122"/>
            <a:cs typeface="Microsoft Sans Serif" panose="020B0604020202020204" pitchFamily="34" charset="0"/>
          </a:endParaRPr>
        </a:p>
      </dsp:txBody>
      <dsp:txXfrm>
        <a:off x="6489776" y="808493"/>
        <a:ext cx="1945262" cy="1296841"/>
      </dsp:txXfrm>
    </dsp:sp>
    <dsp:sp modelId="{7CA107F8-845D-4D33-AB7E-F37B48D69971}">
      <dsp:nvSpPr>
        <dsp:cNvPr id="0" name=""/>
        <dsp:cNvSpPr/>
      </dsp:nvSpPr>
      <dsp:spPr>
        <a:xfrm>
          <a:off x="8759248" y="808493"/>
          <a:ext cx="3242103" cy="129684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050" b="1" kern="1200" dirty="0">
              <a:solidFill>
                <a:schemeClr val="tx1"/>
              </a:solidFill>
              <a:latin typeface="Microsoft Sans Serif" panose="020B0604020202020204" pitchFamily="34" charset="0"/>
              <a:cs typeface="Microsoft Sans Serif" panose="020B0604020202020204" pitchFamily="34" charset="0"/>
            </a:rPr>
            <a:t>正式测试</a:t>
          </a:r>
        </a:p>
      </dsp:txBody>
      <dsp:txXfrm>
        <a:off x="9407669" y="808493"/>
        <a:ext cx="1945262" cy="12968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12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83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01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79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004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31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501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999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917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87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77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03C02-4A73-4564-9078-4F9230519355}" type="datetimeFigureOut">
              <a:rPr lang="zh-CN" altLang="en-US" smtClean="0"/>
              <a:t>2025/4/25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7012A-3F7D-4B03-87DE-875F2382D0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697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图示 74"/>
          <p:cNvGraphicFramePr/>
          <p:nvPr>
            <p:extLst>
              <p:ext uri="{D42A27DB-BD31-4B8C-83A1-F6EECF244321}">
                <p14:modId xmlns:p14="http://schemas.microsoft.com/office/powerpoint/2010/main" val="3444611139"/>
              </p:ext>
            </p:extLst>
          </p:nvPr>
        </p:nvGraphicFramePr>
        <p:xfrm>
          <a:off x="102782" y="2636579"/>
          <a:ext cx="12006922" cy="2913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0" name="组合 79"/>
          <p:cNvGrpSpPr/>
          <p:nvPr/>
        </p:nvGrpSpPr>
        <p:grpSpPr>
          <a:xfrm>
            <a:off x="84248" y="2821207"/>
            <a:ext cx="1105948" cy="648238"/>
            <a:chOff x="2082165" y="5351784"/>
            <a:chExt cx="1061216" cy="576705"/>
          </a:xfrm>
        </p:grpSpPr>
        <p:sp>
          <p:nvSpPr>
            <p:cNvPr id="81" name="流程图: 资料带 80"/>
            <p:cNvSpPr/>
            <p:nvPr/>
          </p:nvSpPr>
          <p:spPr>
            <a:xfrm>
              <a:off x="2126971" y="5351784"/>
              <a:ext cx="232181" cy="192021"/>
            </a:xfrm>
            <a:prstGeom prst="flowChartPunchedTap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67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>
              <a:off x="2141507" y="5527419"/>
              <a:ext cx="39" cy="376045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本框 82"/>
            <p:cNvSpPr txBox="1"/>
            <p:nvPr/>
          </p:nvSpPr>
          <p:spPr>
            <a:xfrm>
              <a:off x="2082165" y="5663859"/>
              <a:ext cx="1061216" cy="264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33" dirty="0"/>
                <a:t>2025.4.1</a:t>
              </a:r>
              <a:endParaRPr lang="zh-CN" altLang="en-US" sz="1333" dirty="0"/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2990239" y="2822856"/>
            <a:ext cx="1252992" cy="650814"/>
            <a:chOff x="2082570" y="5351784"/>
            <a:chExt cx="1202313" cy="578997"/>
          </a:xfrm>
        </p:grpSpPr>
        <p:sp>
          <p:nvSpPr>
            <p:cNvPr id="101" name="流程图: 资料带 100"/>
            <p:cNvSpPr/>
            <p:nvPr/>
          </p:nvSpPr>
          <p:spPr>
            <a:xfrm>
              <a:off x="2126971" y="5351784"/>
              <a:ext cx="232181" cy="192021"/>
            </a:xfrm>
            <a:prstGeom prst="flowChartPunchedTap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67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02" name="直接连接符 101"/>
            <p:cNvCxnSpPr/>
            <p:nvPr/>
          </p:nvCxnSpPr>
          <p:spPr>
            <a:xfrm>
              <a:off x="2141507" y="5527419"/>
              <a:ext cx="39" cy="376045"/>
            </a:xfrm>
            <a:prstGeom prst="line">
              <a:avLst/>
            </a:prstGeom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/>
            <p:cNvSpPr txBox="1"/>
            <p:nvPr/>
          </p:nvSpPr>
          <p:spPr>
            <a:xfrm>
              <a:off x="2082570" y="5666151"/>
              <a:ext cx="1202313" cy="264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33" dirty="0"/>
                <a:t>2025.4.14-4.23</a:t>
              </a:r>
              <a:endParaRPr lang="zh-CN" altLang="en-US" sz="1333" dirty="0"/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5912662" y="2824650"/>
            <a:ext cx="1282763" cy="636664"/>
            <a:chOff x="2082569" y="5351784"/>
            <a:chExt cx="1230879" cy="566408"/>
          </a:xfrm>
        </p:grpSpPr>
        <p:sp>
          <p:nvSpPr>
            <p:cNvPr id="105" name="流程图: 资料带 104"/>
            <p:cNvSpPr/>
            <p:nvPr/>
          </p:nvSpPr>
          <p:spPr>
            <a:xfrm>
              <a:off x="2126971" y="5351784"/>
              <a:ext cx="232181" cy="192021"/>
            </a:xfrm>
            <a:prstGeom prst="flowChartPunchedTap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67" b="1" dirty="0">
                <a:ln>
                  <a:solidFill>
                    <a:srgbClr val="FF0000"/>
                  </a:solidFill>
                </a:ln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06" name="直接连接符 105"/>
            <p:cNvCxnSpPr/>
            <p:nvPr/>
          </p:nvCxnSpPr>
          <p:spPr>
            <a:xfrm>
              <a:off x="2141507" y="5527419"/>
              <a:ext cx="39" cy="376045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文本框 106"/>
            <p:cNvSpPr txBox="1"/>
            <p:nvPr/>
          </p:nvSpPr>
          <p:spPr>
            <a:xfrm>
              <a:off x="2082569" y="5653562"/>
              <a:ext cx="1230879" cy="264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33" dirty="0"/>
                <a:t>2025.4.23-4.30</a:t>
              </a:r>
              <a:endParaRPr lang="zh-CN" altLang="en-US" sz="1333" dirty="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704853" y="2012413"/>
            <a:ext cx="6188008" cy="374987"/>
            <a:chOff x="88060" y="2309445"/>
            <a:chExt cx="6188008" cy="374987"/>
          </a:xfrm>
        </p:grpSpPr>
        <p:grpSp>
          <p:nvGrpSpPr>
            <p:cNvPr id="2" name="组合 1"/>
            <p:cNvGrpSpPr/>
            <p:nvPr/>
          </p:nvGrpSpPr>
          <p:grpSpPr>
            <a:xfrm>
              <a:off x="88060" y="2309445"/>
              <a:ext cx="1760803" cy="359689"/>
              <a:chOff x="88060" y="2309445"/>
              <a:chExt cx="1760803" cy="359689"/>
            </a:xfrm>
          </p:grpSpPr>
          <p:sp>
            <p:nvSpPr>
              <p:cNvPr id="120" name="燕尾形 119"/>
              <p:cNvSpPr/>
              <p:nvPr/>
            </p:nvSpPr>
            <p:spPr>
              <a:xfrm>
                <a:off x="88060" y="2318772"/>
                <a:ext cx="843328" cy="350362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21" name="文本框 120"/>
              <p:cNvSpPr txBox="1"/>
              <p:nvPr/>
            </p:nvSpPr>
            <p:spPr>
              <a:xfrm>
                <a:off x="978112" y="2309445"/>
                <a:ext cx="870751" cy="297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333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完成环节</a:t>
                </a: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4515265" y="2334070"/>
              <a:ext cx="1760803" cy="350362"/>
              <a:chOff x="88060" y="2697013"/>
              <a:chExt cx="1760803" cy="350362"/>
            </a:xfrm>
          </p:grpSpPr>
          <p:sp>
            <p:nvSpPr>
              <p:cNvPr id="122" name="燕尾形 121"/>
              <p:cNvSpPr/>
              <p:nvPr/>
            </p:nvSpPr>
            <p:spPr>
              <a:xfrm>
                <a:off x="88060" y="2697013"/>
                <a:ext cx="843328" cy="350362"/>
              </a:xfrm>
              <a:prstGeom prst="chevron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23" name="文本框 122"/>
              <p:cNvSpPr txBox="1"/>
              <p:nvPr/>
            </p:nvSpPr>
            <p:spPr>
              <a:xfrm>
                <a:off x="978112" y="2697013"/>
                <a:ext cx="870751" cy="297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333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后续计划</a:t>
                </a: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2301662" y="2318772"/>
              <a:ext cx="1760803" cy="359689"/>
              <a:chOff x="88060" y="2309445"/>
              <a:chExt cx="1760803" cy="359689"/>
            </a:xfrm>
          </p:grpSpPr>
          <p:sp>
            <p:nvSpPr>
              <p:cNvPr id="57" name="燕尾形 56"/>
              <p:cNvSpPr/>
              <p:nvPr/>
            </p:nvSpPr>
            <p:spPr>
              <a:xfrm>
                <a:off x="88060" y="2318772"/>
                <a:ext cx="843328" cy="350362"/>
              </a:xfrm>
              <a:prstGeom prst="chevron">
                <a:avLst/>
              </a:prstGeom>
              <a:solidFill>
                <a:srgbClr val="00B05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8" name="文本框 57"/>
              <p:cNvSpPr txBox="1"/>
              <p:nvPr/>
            </p:nvSpPr>
            <p:spPr>
              <a:xfrm>
                <a:off x="978112" y="2309445"/>
                <a:ext cx="870751" cy="2974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333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当前环节</a:t>
                </a:r>
              </a:p>
            </p:txBody>
          </p:sp>
        </p:grp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0F9B1F1-9604-4936-94BD-66760CA7E404}"/>
              </a:ext>
            </a:extLst>
          </p:cNvPr>
          <p:cNvGrpSpPr/>
          <p:nvPr/>
        </p:nvGrpSpPr>
        <p:grpSpPr>
          <a:xfrm>
            <a:off x="8831439" y="2816865"/>
            <a:ext cx="1282763" cy="636664"/>
            <a:chOff x="2082569" y="5351784"/>
            <a:chExt cx="1230879" cy="566408"/>
          </a:xfrm>
        </p:grpSpPr>
        <p:sp>
          <p:nvSpPr>
            <p:cNvPr id="60" name="流程图: 资料带 59">
              <a:extLst>
                <a:ext uri="{FF2B5EF4-FFF2-40B4-BE49-F238E27FC236}">
                  <a16:creationId xmlns:a16="http://schemas.microsoft.com/office/drawing/2014/main" id="{EC9F61E2-62C5-4B54-97F8-D0990B17CEB5}"/>
                </a:ext>
              </a:extLst>
            </p:cNvPr>
            <p:cNvSpPr/>
            <p:nvPr/>
          </p:nvSpPr>
          <p:spPr>
            <a:xfrm>
              <a:off x="2126971" y="5351784"/>
              <a:ext cx="232181" cy="192021"/>
            </a:xfrm>
            <a:prstGeom prst="flowChartPunchedTap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467" b="1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CECDBF77-5BA3-40F0-A416-EF69A0E9E98B}"/>
                </a:ext>
              </a:extLst>
            </p:cNvPr>
            <p:cNvCxnSpPr/>
            <p:nvPr/>
          </p:nvCxnSpPr>
          <p:spPr>
            <a:xfrm>
              <a:off x="2141507" y="5527419"/>
              <a:ext cx="39" cy="37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A7DFFCD8-782F-4DF1-A25F-02650B35CAC5}"/>
                </a:ext>
              </a:extLst>
            </p:cNvPr>
            <p:cNvSpPr txBox="1"/>
            <p:nvPr/>
          </p:nvSpPr>
          <p:spPr>
            <a:xfrm>
              <a:off x="2082569" y="5653562"/>
              <a:ext cx="1230879" cy="264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33" dirty="0"/>
                <a:t>2025.5.6-5.16</a:t>
              </a:r>
              <a:endParaRPr lang="zh-CN" altLang="en-US" sz="1333" dirty="0"/>
            </a:p>
          </p:txBody>
        </p:sp>
      </p:grpSp>
    </p:spTree>
    <p:extLst>
      <p:ext uri="{BB962C8B-B14F-4D97-AF65-F5344CB8AC3E}">
        <p14:creationId xmlns:p14="http://schemas.microsoft.com/office/powerpoint/2010/main" val="196629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32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Arial</vt:lpstr>
      <vt:lpstr>Calibri</vt:lpstr>
      <vt:lpstr>Calibri Light</vt:lpstr>
      <vt:lpstr>Microsoft Sans Serif</vt:lpstr>
      <vt:lpstr>Office 主题</vt:lpstr>
      <vt:lpstr>PowerPoint 演示文稿</vt:lpstr>
    </vt:vector>
  </TitlesOfParts>
  <Company>H3C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hanyuzhao (TS)</dc:creator>
  <cp:lastModifiedBy>chenhanqing (TS)</cp:lastModifiedBy>
  <cp:revision>5</cp:revision>
  <dcterms:created xsi:type="dcterms:W3CDTF">2023-12-22T02:55:42Z</dcterms:created>
  <dcterms:modified xsi:type="dcterms:W3CDTF">2025-04-25T10:01:06Z</dcterms:modified>
</cp:coreProperties>
</file>